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C27D"/>
    <a:srgbClr val="018571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2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B834-8B3A-AC8C-5FC2-5E7276AB0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2A58D-C69C-E335-4BE3-14FF9EA13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BA2D5-C778-CF56-79C8-E32F72214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1BB1B-3913-43D3-8675-F1267299A02E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7D8F2-B816-9B16-E198-F14615537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1E4F7-85C8-CC5B-DE1F-28557FC4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8807-DB4B-4ACE-8524-B5E64286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175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5CB33-E72A-8279-8F9C-3C445BF17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BF78C-34D4-F88B-CA34-0F06D7152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EB178-8A3A-D1D5-3858-7E575157A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1BB1B-3913-43D3-8675-F1267299A02E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5715B-EFB0-6450-781A-86046C8A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F0416-B4E8-66D1-2898-D61C4924C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8807-DB4B-4ACE-8524-B5E64286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9627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7795C-8707-4624-CBB2-F143BE3AB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BB751-FDAD-512D-8E65-724F957DA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7AF70-0EEA-4BE5-9FAC-3B20C5659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1BB1B-3913-43D3-8675-F1267299A02E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9B8CA-9091-42DF-D588-EC8F3975F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FF2F5-E012-55C0-88B7-88727C1F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8807-DB4B-4ACE-8524-B5E64286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9811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F517F-A19B-05E2-AC5B-F34EA67A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F0452-EB4F-2D85-0D2F-021B7A0B58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7CA0E-5FCE-BAF9-993A-E07B0937F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B062E-8EB7-6389-5CCF-FEC88334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1BB1B-3913-43D3-8675-F1267299A02E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7B72D-F10C-085E-691B-BD087EF36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BB78A-E06E-AE14-1B02-9F65B4CB4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8807-DB4B-4ACE-8524-B5E64286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2858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22ACC-8D29-2C77-7D9A-BAFEDBBDA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B8DFB-8F98-D729-AB59-20144993C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611AB8-ABCC-36D1-430B-E1074C0A3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9020F-585E-0474-6CA6-6A23902A0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BF832-4DDF-04E8-CEEC-1ACE39A55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1B882-AC1C-AF30-D6F4-E774E9A50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1BB1B-3913-43D3-8675-F1267299A02E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1C9CCA-4E81-A26A-7924-8E60A18D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DA0AEE-2DA7-91C9-AA2E-C2A6ABA1E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8807-DB4B-4ACE-8524-B5E64286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103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D4620-27BC-AE94-AC85-306A7A8B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0425B-084D-78C3-124B-B9069F622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1BB1B-3913-43D3-8675-F1267299A02E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FB287-3ABA-F4B3-2284-475597A47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C6A83-E33E-93B3-6720-14B420978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8807-DB4B-4ACE-8524-B5E64286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56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D3D78-25BB-B422-6AA0-A7A673E17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1BB1B-3913-43D3-8675-F1267299A02E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F1ABE4-E81E-5067-309E-4CEE292B3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74403-EEE1-5332-B08D-838E7CF8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8807-DB4B-4ACE-8524-B5E64286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699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18E2-1FBC-4BC8-563A-873687AA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0AFEE-58B3-E0AF-9EDA-72BA9FAF3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CF2C8-7FB0-E3F3-8A98-607D933A7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124A5-6F7D-CC71-71A7-72431F071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1BB1B-3913-43D3-8675-F1267299A02E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05DED-BF05-19BA-5A06-639BFC7A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47ADE-9B7D-024D-8CAD-4E652190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8807-DB4B-4ACE-8524-B5E64286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2488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F3E71-4E9B-33D6-40D5-3722276F7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7A03D-FC72-8D87-D9E4-80C6D58CD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611CF-16F2-1839-A6B8-3D504C365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2D394-CCE4-8F88-94CB-F493A947F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1BB1B-3913-43D3-8675-F1267299A02E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D3B57-FA2A-32A4-1962-A65D6249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E9F58-9D72-F0B4-84BA-BB41BEFB6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8807-DB4B-4ACE-8524-B5E64286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9861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0E53B-165D-1B20-9D0F-902BA69D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461AB-A4ED-FB48-6B7A-597DBFDA9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3E654-42E8-D5E3-2C6B-BA4CD990B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1BB1B-3913-43D3-8675-F1267299A02E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0FF8E-BD70-74EB-73CB-EC6718091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BDDA9-AC09-4B04-F6C5-38A5627F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8807-DB4B-4ACE-8524-B5E64286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1221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34F462-7D2B-3997-2E3E-D8D455C833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2E63B-54E0-515C-BF76-AD5CA8988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C7E29-EF6C-99D6-3601-E23267D6D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1BB1B-3913-43D3-8675-F1267299A02E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0AF54-803D-8BD5-CE29-0EB3C9DCB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6B48B-4EF3-E88F-A830-A77C227B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8807-DB4B-4ACE-8524-B5E64286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891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22EAF-C52C-2C19-FBDB-225C32644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5BC84-96F5-E294-5725-622C2C1A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48DAC-E7FB-8868-0C4A-72F19272F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31BB1B-3913-43D3-8675-F1267299A02E}" type="datetimeFigureOut">
              <a:rPr lang="en-AU" smtClean="0"/>
              <a:t>1/12/2025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772B1-0598-A79C-106A-A89E188E1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64335-75F9-BFAB-F644-B6B6C8EBD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68807-DB4B-4ACE-8524-B5E64286045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DF179C-6ADE-9171-1702-941B21AF6BA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20537" y="63500"/>
            <a:ext cx="58578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2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FDA17-0AC2-BD3F-51BD-97EA16B04AF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20537" y="6611620"/>
            <a:ext cx="58578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2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89608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EF106A-6E95-E9BF-17D0-E30790AF149B}"/>
              </a:ext>
            </a:extLst>
          </p:cNvPr>
          <p:cNvSpPr/>
          <p:nvPr/>
        </p:nvSpPr>
        <p:spPr>
          <a:xfrm>
            <a:off x="3627966" y="5513808"/>
            <a:ext cx="1634067" cy="254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D63739-44A8-1B14-EACC-ACDE703C854A}"/>
              </a:ext>
            </a:extLst>
          </p:cNvPr>
          <p:cNvSpPr/>
          <p:nvPr/>
        </p:nvSpPr>
        <p:spPr>
          <a:xfrm>
            <a:off x="5262033" y="5513808"/>
            <a:ext cx="414867" cy="254000"/>
          </a:xfrm>
          <a:prstGeom prst="rect">
            <a:avLst/>
          </a:prstGeom>
          <a:solidFill>
            <a:srgbClr val="156082">
              <a:alpha val="50196"/>
            </a:srgb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D0D03-6040-2439-86F9-6F2ACF55CCD8}"/>
              </a:ext>
            </a:extLst>
          </p:cNvPr>
          <p:cNvSpPr txBox="1"/>
          <p:nvPr/>
        </p:nvSpPr>
        <p:spPr>
          <a:xfrm>
            <a:off x="3627965" y="5700075"/>
            <a:ext cx="204893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AU" sz="16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 ≥ 0.1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033C85-DD44-D437-F53D-ABA83145DA3F}"/>
              </a:ext>
            </a:extLst>
          </p:cNvPr>
          <p:cNvSpPr txBox="1"/>
          <p:nvPr/>
        </p:nvSpPr>
        <p:spPr>
          <a:xfrm>
            <a:off x="3627966" y="5202142"/>
            <a:ext cx="20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“not significant”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8FFCE8-B704-0709-4AEE-C57D15178382}"/>
              </a:ext>
            </a:extLst>
          </p:cNvPr>
          <p:cNvSpPr/>
          <p:nvPr/>
        </p:nvSpPr>
        <p:spPr>
          <a:xfrm>
            <a:off x="3627966" y="3946898"/>
            <a:ext cx="194734" cy="254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A5E1FA-CC5A-322C-7663-EC556758579A}"/>
              </a:ext>
            </a:extLst>
          </p:cNvPr>
          <p:cNvSpPr/>
          <p:nvPr/>
        </p:nvSpPr>
        <p:spPr>
          <a:xfrm>
            <a:off x="3822700" y="3946898"/>
            <a:ext cx="1854199" cy="254000"/>
          </a:xfrm>
          <a:prstGeom prst="rect">
            <a:avLst/>
          </a:prstGeom>
          <a:solidFill>
            <a:srgbClr val="156082">
              <a:alpha val="50196"/>
            </a:srgb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E92000-DE20-F945-4815-AF3FE8E8D261}"/>
              </a:ext>
            </a:extLst>
          </p:cNvPr>
          <p:cNvSpPr txBox="1"/>
          <p:nvPr/>
        </p:nvSpPr>
        <p:spPr>
          <a:xfrm>
            <a:off x="3627964" y="4133165"/>
            <a:ext cx="2048933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0.05 ≤ </a:t>
            </a:r>
            <a:r>
              <a:rPr lang="en-AU" sz="16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 &lt; 0.1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ABBA73-C3F2-517F-17A8-3616708EAEDE}"/>
              </a:ext>
            </a:extLst>
          </p:cNvPr>
          <p:cNvSpPr txBox="1"/>
          <p:nvPr/>
        </p:nvSpPr>
        <p:spPr>
          <a:xfrm>
            <a:off x="3627965" y="3366812"/>
            <a:ext cx="2048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“close to significant”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EAD003-8951-784F-EC71-FE5D09626AD8}"/>
              </a:ext>
            </a:extLst>
          </p:cNvPr>
          <p:cNvSpPr/>
          <p:nvPr/>
        </p:nvSpPr>
        <p:spPr>
          <a:xfrm>
            <a:off x="3627965" y="2419345"/>
            <a:ext cx="76202" cy="254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33BAA2-57ED-A5BF-C81E-9C0D5F37A302}"/>
              </a:ext>
            </a:extLst>
          </p:cNvPr>
          <p:cNvSpPr/>
          <p:nvPr/>
        </p:nvSpPr>
        <p:spPr>
          <a:xfrm>
            <a:off x="3704167" y="2419345"/>
            <a:ext cx="1972731" cy="254000"/>
          </a:xfrm>
          <a:prstGeom prst="rect">
            <a:avLst/>
          </a:prstGeom>
          <a:solidFill>
            <a:srgbClr val="156082">
              <a:alpha val="50196"/>
            </a:srgb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CC8798-712A-72EC-7F26-22948A07749B}"/>
              </a:ext>
            </a:extLst>
          </p:cNvPr>
          <p:cNvSpPr txBox="1"/>
          <p:nvPr/>
        </p:nvSpPr>
        <p:spPr>
          <a:xfrm>
            <a:off x="3627963" y="2605612"/>
            <a:ext cx="204893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AU" sz="16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 &lt; 0.05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057A24-A19D-DF71-97F9-C6A9FBB1A991}"/>
              </a:ext>
            </a:extLst>
          </p:cNvPr>
          <p:cNvSpPr txBox="1"/>
          <p:nvPr/>
        </p:nvSpPr>
        <p:spPr>
          <a:xfrm>
            <a:off x="3627964" y="2107679"/>
            <a:ext cx="20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“significant”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A2D870-26C5-4102-87A3-82DD6E0660DB}"/>
              </a:ext>
            </a:extLst>
          </p:cNvPr>
          <p:cNvSpPr/>
          <p:nvPr/>
        </p:nvSpPr>
        <p:spPr>
          <a:xfrm>
            <a:off x="554562" y="3946898"/>
            <a:ext cx="1634067" cy="254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2C6BCE-3A34-BE33-DB0A-20A4E8B12659}"/>
              </a:ext>
            </a:extLst>
          </p:cNvPr>
          <p:cNvSpPr/>
          <p:nvPr/>
        </p:nvSpPr>
        <p:spPr>
          <a:xfrm>
            <a:off x="2188629" y="3946898"/>
            <a:ext cx="414867" cy="254000"/>
          </a:xfrm>
          <a:prstGeom prst="rect">
            <a:avLst/>
          </a:prstGeom>
          <a:solidFill>
            <a:srgbClr val="156082">
              <a:alpha val="50196"/>
            </a:srgb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A5F90B-E966-0D4F-6ED0-889D680DB6B2}"/>
              </a:ext>
            </a:extLst>
          </p:cNvPr>
          <p:cNvSpPr txBox="1"/>
          <p:nvPr/>
        </p:nvSpPr>
        <p:spPr>
          <a:xfrm>
            <a:off x="554561" y="4133165"/>
            <a:ext cx="204893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0 ≤ </a:t>
            </a:r>
            <a:r>
              <a:rPr lang="en-AU" sz="16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 ≤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DE34CB-B05D-043C-9C90-EF9F465E43FD}"/>
              </a:ext>
            </a:extLst>
          </p:cNvPr>
          <p:cNvSpPr txBox="1"/>
          <p:nvPr/>
        </p:nvSpPr>
        <p:spPr>
          <a:xfrm>
            <a:off x="554562" y="3366812"/>
            <a:ext cx="2048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Fisher’s exact</a:t>
            </a:r>
            <a:b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values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FE5FA0B-6E76-C63B-4B18-0BA9B5E97809}"/>
              </a:ext>
            </a:extLst>
          </p:cNvPr>
          <p:cNvCxnSpPr>
            <a:stCxn id="22" idx="3"/>
            <a:endCxn id="8" idx="1"/>
          </p:cNvCxnSpPr>
          <p:nvPr/>
        </p:nvCxnSpPr>
        <p:spPr>
          <a:xfrm>
            <a:off x="2603496" y="4073898"/>
            <a:ext cx="10244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1016132-B568-AEDF-9DA3-AD868F21350D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2603496" y="2546345"/>
            <a:ext cx="1024469" cy="1527553"/>
          </a:xfrm>
          <a:prstGeom prst="bentConnector3">
            <a:avLst>
              <a:gd name="adj1" fmla="val 493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B7B3793-635D-54EE-C3EE-C203DE0DD23E}"/>
              </a:ext>
            </a:extLst>
          </p:cNvPr>
          <p:cNvCxnSpPr>
            <a:cxnSpLocks/>
            <a:stCxn id="22" idx="3"/>
            <a:endCxn id="4" idx="1"/>
          </p:cNvCxnSpPr>
          <p:nvPr/>
        </p:nvCxnSpPr>
        <p:spPr>
          <a:xfrm>
            <a:off x="2603496" y="4073898"/>
            <a:ext cx="1024470" cy="1566910"/>
          </a:xfrm>
          <a:prstGeom prst="bentConnector3">
            <a:avLst>
              <a:gd name="adj1" fmla="val 493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9521077-0715-9FF9-DC4A-5CB499D397E6}"/>
              </a:ext>
            </a:extLst>
          </p:cNvPr>
          <p:cNvSpPr/>
          <p:nvPr/>
        </p:nvSpPr>
        <p:spPr>
          <a:xfrm>
            <a:off x="6722545" y="3946898"/>
            <a:ext cx="524919" cy="254000"/>
          </a:xfrm>
          <a:prstGeom prst="rect">
            <a:avLst/>
          </a:prstGeom>
          <a:solidFill>
            <a:srgbClr val="018571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BAF6DE8-72DA-C09D-F38F-270C84EBB96D}"/>
              </a:ext>
            </a:extLst>
          </p:cNvPr>
          <p:cNvSpPr/>
          <p:nvPr/>
        </p:nvSpPr>
        <p:spPr>
          <a:xfrm>
            <a:off x="7247467" y="3946898"/>
            <a:ext cx="1524012" cy="254000"/>
          </a:xfrm>
          <a:prstGeom prst="rect">
            <a:avLst/>
          </a:prstGeom>
          <a:solidFill>
            <a:srgbClr val="DFC27D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C3FBE6-A81B-4AA3-557E-D75CA79508C1}"/>
              </a:ext>
            </a:extLst>
          </p:cNvPr>
          <p:cNvSpPr txBox="1"/>
          <p:nvPr/>
        </p:nvSpPr>
        <p:spPr>
          <a:xfrm>
            <a:off x="6610680" y="1830680"/>
            <a:ext cx="2272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More “</a:t>
            </a:r>
            <a:r>
              <a:rPr lang="en-AU" dirty="0">
                <a:solidFill>
                  <a:srgbClr val="0185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Effective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” than “</a:t>
            </a:r>
            <a:r>
              <a:rPr lang="en-AU" dirty="0">
                <a:solidFill>
                  <a:srgbClr val="DFC2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effective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ECD71F9-EEAF-8A1A-960B-B3B04EA17633}"/>
              </a:ext>
            </a:extLst>
          </p:cNvPr>
          <p:cNvSpPr/>
          <p:nvPr/>
        </p:nvSpPr>
        <p:spPr>
          <a:xfrm>
            <a:off x="8270240" y="2419345"/>
            <a:ext cx="480064" cy="254000"/>
          </a:xfrm>
          <a:prstGeom prst="rect">
            <a:avLst/>
          </a:prstGeom>
          <a:solidFill>
            <a:srgbClr val="DFC27D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FFD8DD9-E1E3-7F99-5770-F97C0D4ABD33}"/>
              </a:ext>
            </a:extLst>
          </p:cNvPr>
          <p:cNvSpPr/>
          <p:nvPr/>
        </p:nvSpPr>
        <p:spPr>
          <a:xfrm>
            <a:off x="6722543" y="2419345"/>
            <a:ext cx="1547693" cy="254000"/>
          </a:xfrm>
          <a:prstGeom prst="rect">
            <a:avLst/>
          </a:prstGeom>
          <a:solidFill>
            <a:srgbClr val="018571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1CADACE-6E82-3A07-C19D-0CBC80B0028F}"/>
              </a:ext>
            </a:extLst>
          </p:cNvPr>
          <p:cNvCxnSpPr>
            <a:cxnSpLocks/>
          </p:cNvCxnSpPr>
          <p:nvPr/>
        </p:nvCxnSpPr>
        <p:spPr>
          <a:xfrm flipV="1">
            <a:off x="5997575" y="3306056"/>
            <a:ext cx="384175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093F0FB8-6AB6-59AC-4BF3-20B87714486B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5676898" y="2546345"/>
            <a:ext cx="320677" cy="75971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527B81EF-53D8-79AD-D8F8-110D7DBEBC7C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5676899" y="3306057"/>
            <a:ext cx="320676" cy="76784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5EB976ED-7C72-910E-1960-0475B149F9AA}"/>
              </a:ext>
            </a:extLst>
          </p:cNvPr>
          <p:cNvCxnSpPr>
            <a:cxnSpLocks/>
            <a:endCxn id="79" idx="1"/>
          </p:cNvCxnSpPr>
          <p:nvPr/>
        </p:nvCxnSpPr>
        <p:spPr>
          <a:xfrm rot="5400000" flipH="1" flipV="1">
            <a:off x="6172290" y="2755804"/>
            <a:ext cx="759712" cy="3407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082963B8-C7BC-DB23-44C5-3A5C41A225AE}"/>
              </a:ext>
            </a:extLst>
          </p:cNvPr>
          <p:cNvCxnSpPr>
            <a:cxnSpLocks/>
            <a:endCxn id="38" idx="1"/>
          </p:cNvCxnSpPr>
          <p:nvPr/>
        </p:nvCxnSpPr>
        <p:spPr>
          <a:xfrm rot="16200000" flipH="1">
            <a:off x="6168226" y="3519579"/>
            <a:ext cx="767842" cy="34079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F89355FC-D4AC-870E-CBFF-9A4ACC19F58D}"/>
              </a:ext>
            </a:extLst>
          </p:cNvPr>
          <p:cNvSpPr txBox="1"/>
          <p:nvPr/>
        </p:nvSpPr>
        <p:spPr>
          <a:xfrm>
            <a:off x="9583223" y="2084680"/>
            <a:ext cx="1916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(Close to) significantly effective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D347F67-85C9-2CB4-5759-717607E447D3}"/>
              </a:ext>
            </a:extLst>
          </p:cNvPr>
          <p:cNvSpPr txBox="1"/>
          <p:nvPr/>
        </p:nvSpPr>
        <p:spPr>
          <a:xfrm>
            <a:off x="9583223" y="3610857"/>
            <a:ext cx="1916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(Close to) significantly ineffective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7E66E01-4D59-F79E-9A40-ED5335BCD797}"/>
              </a:ext>
            </a:extLst>
          </p:cNvPr>
          <p:cNvSpPr txBox="1"/>
          <p:nvPr/>
        </p:nvSpPr>
        <p:spPr>
          <a:xfrm>
            <a:off x="9583222" y="5317642"/>
            <a:ext cx="1916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No evidence for effectiveness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E5CE7061-0D71-DFA7-363E-1D19C405BE6E}"/>
              </a:ext>
            </a:extLst>
          </p:cNvPr>
          <p:cNvCxnSpPr>
            <a:cxnSpLocks/>
            <a:stCxn id="42" idx="3"/>
            <a:endCxn id="109" idx="1"/>
          </p:cNvCxnSpPr>
          <p:nvPr/>
        </p:nvCxnSpPr>
        <p:spPr>
          <a:xfrm>
            <a:off x="8750304" y="2546345"/>
            <a:ext cx="8329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C9C1E40-910D-9669-18BB-3AA0B201ABF0}"/>
              </a:ext>
            </a:extLst>
          </p:cNvPr>
          <p:cNvCxnSpPr>
            <a:cxnSpLocks/>
            <a:stCxn id="39" idx="3"/>
            <a:endCxn id="110" idx="1"/>
          </p:cNvCxnSpPr>
          <p:nvPr/>
        </p:nvCxnSpPr>
        <p:spPr>
          <a:xfrm flipV="1">
            <a:off x="8771479" y="4072522"/>
            <a:ext cx="811744" cy="1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AB146EC4-370B-EA46-C2C9-3286511B9858}"/>
              </a:ext>
            </a:extLst>
          </p:cNvPr>
          <p:cNvCxnSpPr>
            <a:stCxn id="5" idx="3"/>
            <a:endCxn id="111" idx="1"/>
          </p:cNvCxnSpPr>
          <p:nvPr/>
        </p:nvCxnSpPr>
        <p:spPr>
          <a:xfrm>
            <a:off x="5676900" y="5640808"/>
            <a:ext cx="39063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D898D7BA-4D3B-FFA1-CB1E-35C148FA67A4}"/>
              </a:ext>
            </a:extLst>
          </p:cNvPr>
          <p:cNvSpPr txBox="1"/>
          <p:nvPr/>
        </p:nvSpPr>
        <p:spPr>
          <a:xfrm>
            <a:off x="3627963" y="820507"/>
            <a:ext cx="2048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 value significance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FA1C54E-8E5B-2CF2-D6AD-AC1A32117BFC}"/>
              </a:ext>
            </a:extLst>
          </p:cNvPr>
          <p:cNvSpPr txBox="1"/>
          <p:nvPr/>
        </p:nvSpPr>
        <p:spPr>
          <a:xfrm>
            <a:off x="6798737" y="820507"/>
            <a:ext cx="2048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latin typeface="Arial" panose="020B0604020202020204" pitchFamily="34" charset="0"/>
                <a:cs typeface="Arial" panose="020B0604020202020204" pitchFamily="34" charset="0"/>
              </a:rPr>
              <a:t>Direction of effectiveness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867E33-3C59-9254-8E3A-06D765B73521}"/>
              </a:ext>
            </a:extLst>
          </p:cNvPr>
          <p:cNvSpPr txBox="1"/>
          <p:nvPr/>
        </p:nvSpPr>
        <p:spPr>
          <a:xfrm>
            <a:off x="6686871" y="3356856"/>
            <a:ext cx="2272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More “</a:t>
            </a:r>
            <a:r>
              <a:rPr lang="en-AU" dirty="0">
                <a:solidFill>
                  <a:srgbClr val="DFC2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effective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” than “</a:t>
            </a:r>
            <a:r>
              <a:rPr lang="en-AU" dirty="0">
                <a:solidFill>
                  <a:srgbClr val="0185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Effective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7228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73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Liew, Yi Jin (H&amp;B, Westmead)</dc:creator>
  <cp:lastModifiedBy>Liew, Yi Jin (H&amp;B, Westmead)</cp:lastModifiedBy>
  <cp:revision>7</cp:revision>
  <dcterms:created xsi:type="dcterms:W3CDTF">2025-08-21T05:35:32Z</dcterms:created>
  <dcterms:modified xsi:type="dcterms:W3CDTF">2025-11-30T23:14:49Z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ad370f1-5840-4c36-bb65-89acaaf849ca_Enabled">
    <vt:lpwstr>true</vt:lpwstr>
  </property>
  <property fmtid="{D5CDD505-2E9C-101B-9397-08002B2CF9AE}" pid="3" name="MSIP_Label_0ad370f1-5840-4c36-bb65-89acaaf849ca_SetDate">
    <vt:lpwstr>2025-08-21T06:15:10Z</vt:lpwstr>
  </property>
  <property fmtid="{D5CDD505-2E9C-101B-9397-08002B2CF9AE}" pid="4" name="MSIP_Label_0ad370f1-5840-4c36-bb65-89acaaf849ca_Method">
    <vt:lpwstr>Privileged</vt:lpwstr>
  </property>
  <property fmtid="{D5CDD505-2E9C-101B-9397-08002B2CF9AE}" pid="5" name="MSIP_Label_0ad370f1-5840-4c36-bb65-89acaaf849ca_Name">
    <vt:lpwstr>OFFICIAL</vt:lpwstr>
  </property>
  <property fmtid="{D5CDD505-2E9C-101B-9397-08002B2CF9AE}" pid="6" name="MSIP_Label_0ad370f1-5840-4c36-bb65-89acaaf849ca_SiteId">
    <vt:lpwstr>0fe05593-19ac-4f98-adbf-0375fce7f160</vt:lpwstr>
  </property>
  <property fmtid="{D5CDD505-2E9C-101B-9397-08002B2CF9AE}" pid="7" name="MSIP_Label_0ad370f1-5840-4c36-bb65-89acaaf849ca_ActionId">
    <vt:lpwstr>8fabf281-1343-439d-9401-41da2076ee59</vt:lpwstr>
  </property>
  <property fmtid="{D5CDD505-2E9C-101B-9397-08002B2CF9AE}" pid="8" name="MSIP_Label_0ad370f1-5840-4c36-bb65-89acaaf849ca_ContentBits">
    <vt:lpwstr>3</vt:lpwstr>
  </property>
  <property fmtid="{D5CDD505-2E9C-101B-9397-08002B2CF9AE}" pid="9" name="MSIP_Label_0ad370f1-5840-4c36-bb65-89acaaf849ca_Tag">
    <vt:lpwstr>10, 0, 1, 1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OFFICIAL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OFFICIAL</vt:lpwstr>
  </property>
</Properties>
</file>